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Breast Cancer Diagnostic Assistant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Clinical Tool for Breast Mass Classification using Machine Learning</a:t>
            </a:r>
          </a:p>
          <a:p>
            <a:r>
              <a:t>Presented by: [Your Name]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Objective: Classify tumors as Benign or Malignant.</a:t>
            </a:r>
          </a:p>
          <a:p>
            <a:r>
              <a:t>- Dataset: Wisconsin Breast Cancer (Diagnostic).</a:t>
            </a:r>
          </a:p>
          <a:p>
            <a:r>
              <a:t>- Features: 30 clinical features (Mean, Standard Error, Worst measurements).</a:t>
            </a:r>
          </a:p>
          <a:p>
            <a:r>
              <a:t>- Technology Stack: Python, Scikit-Learn, Streamlit, Pandas, Joblib.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EDA: Feature Distributions</a:t>
            </a:r>
          </a:p>
        </p:txBody>
      </p:sp>
      <p:pic>
        <p:nvPicPr>
          <p:cNvPr id="3" name="Picture 2" descr="histogram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71600"/>
            <a:ext cx="5715000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EDA: Feature Correlation</a:t>
            </a:r>
          </a:p>
        </p:txBody>
      </p:sp>
      <p:pic>
        <p:nvPicPr>
          <p:cNvPr id="3" name="Picture 2" descr="correlation_heat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71600"/>
            <a:ext cx="5486400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 Preprocessing Pipeline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Missing Value Check: None found in dataset.</a:t>
            </a:r>
          </a:p>
          <a:p>
            <a:r>
              <a:t>2. Duplicate Removal: Verified no duplicate entries.</a:t>
            </a:r>
          </a:p>
          <a:p>
            <a:r>
              <a:t>3. Feature Scaling: StandardScaler applied to normalize data.</a:t>
            </a:r>
          </a:p>
          <a:p>
            <a:r>
              <a:t>4. Train-Test Split: 80% Training, 20% Testing.</a:t>
            </a:r>
          </a:p>
          <a:p>
            <a:r>
              <a:t>5. PCA: Dimensionality reduction for visualization.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Model Selection &amp; Training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Models Evaluated:</a:t>
            </a:r>
          </a:p>
          <a:p>
            <a:r>
              <a:t>  1. Logistic Regression (GridSearchCV optimized)</a:t>
            </a:r>
          </a:p>
          <a:p>
            <a:r>
              <a:t>  2. Random Forest Classifier</a:t>
            </a:r>
          </a:p>
          <a:p>
            <a:r>
              <a:t>  3. Ensemble Voting Classifier (Soft Voting)</a:t>
            </a:r>
          </a:p>
          <a:p>
            <a:r>
              <a:t>- Optimization: Used cross-validation to ensure generalization.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Model Performance (Logistic Regression)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Accuracy: 97.4%</a:t>
            </a:r>
          </a:p>
          <a:p>
            <a:r>
              <a:t>- F1-Score: 0.98</a:t>
            </a:r>
          </a:p>
          <a:p>
            <a:r>
              <a:t>- Precision: 0.97</a:t>
            </a:r>
          </a:p>
          <a:p>
            <a:r>
              <a:t>- Recall: 0.99</a:t>
            </a:r>
          </a:p>
          <a:p>
            <a:r>
              <a:t>- The model shows high reliability for clinical assistance.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Evaluation: Confusion Matrix</a:t>
            </a:r>
          </a:p>
        </p:txBody>
      </p:sp>
      <p:pic>
        <p:nvPicPr>
          <p:cNvPr id="3" name="Picture 2" descr="cm_Logistic_Regress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1371600"/>
            <a:ext cx="6858000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Streamlit Web Application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Features:</a:t>
            </a:r>
          </a:p>
          <a:p>
            <a:r>
              <a:t>  - Interactive sliders for patient parameters.</a:t>
            </a:r>
          </a:p>
          <a:p>
            <a:r>
              <a:t>  - Real-time prediction with confidence scores.</a:t>
            </a:r>
          </a:p>
          <a:p>
            <a:r>
              <a:t>  - Dynamic visualization of model metrics.</a:t>
            </a:r>
          </a:p>
          <a:p>
            <a:r>
              <a:t>  - Professional UI using custom CSS.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Successfully developed a high-precision diagnostic tool.</a:t>
            </a:r>
          </a:p>
          <a:p>
            <a:r>
              <a:t>- Deployment-ready on Streamlit Community Cloud.</a:t>
            </a:r>
          </a:p>
          <a:p>
            <a:r>
              <a:t>- Future Work: Integrate with electronic health records (EHR) and expand dataset.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